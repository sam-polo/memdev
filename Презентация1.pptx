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2FE"/>
    <a:srgbClr val="C2C2FE"/>
    <a:srgbClr val="ABADFF"/>
    <a:srgbClr val="DAD2FE"/>
    <a:srgbClr val="C7BAFE"/>
    <a:srgbClr val="A995FD"/>
    <a:srgbClr val="ADC1E5"/>
    <a:srgbClr val="663CFE"/>
    <a:srgbClr val="5C03FB"/>
    <a:srgbClr val="5B2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6" d="100"/>
          <a:sy n="96" d="100"/>
        </p:scale>
        <p:origin x="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5AD18-5D74-4E71-83BC-D9904F8F2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DDE8AB-EF78-4DC1-80D8-7F3DAD25F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674299-59C9-49AF-A99B-0D95B439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334210-3A25-4CE4-B848-621359F6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36A93-936F-4DA3-BEA5-5FE0A3CD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97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5F8DC-06D7-41E9-8224-C733B2F8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9F2345-ABA0-4842-A235-C186AF589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57AA1-4F6C-4F86-87E6-A852C06C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8E8EE7-4CA9-48DC-9695-9926FCDC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F449BC-1727-4AE1-A31F-5A2C7DF2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31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B5579-FD86-43B7-8E98-14140D5E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05FC37-D863-4D7F-A051-15B4EB3B9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52193E-C657-4210-A856-8476B2DE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1C1423-3628-4F38-BEE6-B6691AEE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79FC23-9463-4CA7-A5CE-084B7FDE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0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919E3-7C27-45E3-912C-1AD59FD0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ECDAB-0554-4136-991B-3DF625F22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D58C0F-ADA6-4934-B585-47A75FF0C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E5D016-A287-4326-A166-F322C8D9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542F03-FD28-412C-B2A4-49DF1F15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A09FCB-85B3-4089-9181-3EE35F06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82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433B1-FE6B-4372-B612-7D12EAA7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EB7FB0-428D-4151-86D7-5A14143DA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28425C-765A-4F60-855B-932AAF6CC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AFDF8D4-DC3A-4354-AE71-65607B228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A382C6-1A06-46CA-A9F5-9A13B8B61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3719B51-440B-4B44-9DC9-3CF8169E7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49F8F0-1490-4EEB-97D4-99E5B298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6F5A77-2104-448A-949F-29029C03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13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369FF-0F9C-499E-A1C6-5DB04B58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6C5FCB-AAF3-4623-9468-215EEA34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067C05-EBD4-490F-A1A1-A12122D1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944EFC-802E-4ED7-9FEA-9D42C1CB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42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B941EA6-1315-441D-8EF0-AB6AE5D1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20075F-33BF-42F3-A6BC-0C314DE2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70EA14-DD69-408A-9E17-97B5CAD9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2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BB5B3-9836-447C-8EE8-CDF7EEDB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D95BF7-464B-435C-8271-FA3905F38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20EEEA-7837-4BFF-8D04-B8D4285D0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EE39E1-0DF5-4CE5-9E1D-1E78A3A6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293E81-3420-44CD-AB10-3DC03F5B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2345EB-7CF8-453E-A3A1-B74BE7A6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04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6B9FC-5C01-4888-8C9B-297954E4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BB3809-DF2E-4EF6-97EC-67EAB4E39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4A956F-1F91-4408-B729-E88CAE6F4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4B355E-A31C-47FF-8ED3-C95FB6BC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99B140-BF61-47D5-9969-1B45C2E4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8C8097-1386-4659-A026-CA78BD2A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445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827D1-957C-467C-AF0E-6828733C2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7383BF-46C9-4001-8518-BAC1EF645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764D8E-E690-4800-85FA-3D3CF1CB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41DAD-1FBD-418A-A6E0-80E10064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7E35A-03E9-447B-A9CF-3CD4E82D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62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DED798-56BD-463F-927A-C9C8FCB2E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956DF5-3512-4A5C-A4BB-125C8425F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E2B92C-316E-41FA-95B4-A5C46C0F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A78FE-F397-45CD-A84C-659314B9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69337E-6DB2-4FD2-9876-0D0075D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68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BD417-BDB0-4963-BF90-A2CA12C5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D7982-2836-4EB1-959D-4B266160A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EE0EBD-C27E-47ED-A848-9F924C813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10C5A-B9C1-4F4D-9644-01A2E278B740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06A357-BED7-4700-A55D-595C0B383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0C3F2B-360E-49EA-9349-24D82DEA6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F5AD1-360D-4CE7-AAA6-621E9F558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87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47601D-94FE-4B43-B5C3-2E808310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  <a:noFill/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294E01C7-C6C6-4745-8E65-3DD9D50F1D33}"/>
              </a:ext>
            </a:extLst>
          </p:cNvPr>
          <p:cNvSpPr/>
          <p:nvPr/>
        </p:nvSpPr>
        <p:spPr>
          <a:xfrm>
            <a:off x="3648075" y="309236"/>
            <a:ext cx="4895850" cy="4895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4FA1E-7535-4075-AF99-0FDED0AAB333}"/>
              </a:ext>
            </a:extLst>
          </p:cNvPr>
          <p:cNvSpPr txBox="1"/>
          <p:nvPr/>
        </p:nvSpPr>
        <p:spPr>
          <a:xfrm>
            <a:off x="4044383" y="728791"/>
            <a:ext cx="41032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663CFE"/>
                </a:solidFill>
                <a:latin typeface="Play" panose="020B0000000000000000" pitchFamily="34" charset="0"/>
              </a:rPr>
              <a:t>Mem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1681E-C6F6-4A17-929F-136913F35EEA}"/>
              </a:ext>
            </a:extLst>
          </p:cNvPr>
          <p:cNvSpPr txBox="1"/>
          <p:nvPr/>
        </p:nvSpPr>
        <p:spPr>
          <a:xfrm>
            <a:off x="4044383" y="1513621"/>
            <a:ext cx="410323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rgbClr val="663CFE"/>
                </a:solidFill>
                <a:latin typeface="Play" panose="020B0000000000000000" pitchFamily="34" charset="0"/>
              </a:rPr>
              <a:t>Dev</a:t>
            </a:r>
            <a:endParaRPr lang="ru-RU" sz="8000" dirty="0">
              <a:solidFill>
                <a:srgbClr val="663CFE"/>
              </a:solidFill>
              <a:latin typeface="Play" panose="020B0000000000000000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F49FEC-F930-456A-8EBA-FD72A018E732}"/>
              </a:ext>
            </a:extLst>
          </p:cNvPr>
          <p:cNvSpPr/>
          <p:nvPr/>
        </p:nvSpPr>
        <p:spPr>
          <a:xfrm rot="1447209">
            <a:off x="10415855" y="-988597"/>
            <a:ext cx="1623753" cy="95084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66E4FC-ECD7-4007-A9A2-DBE794204AD0}"/>
              </a:ext>
            </a:extLst>
          </p:cNvPr>
          <p:cNvSpPr/>
          <p:nvPr/>
        </p:nvSpPr>
        <p:spPr>
          <a:xfrm rot="20152791" flipV="1">
            <a:off x="10596490" y="-1810899"/>
            <a:ext cx="641938" cy="7895536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27B12D-2C6D-4171-8AFC-BE30DC2BBFD1}"/>
              </a:ext>
            </a:extLst>
          </p:cNvPr>
          <p:cNvSpPr/>
          <p:nvPr/>
        </p:nvSpPr>
        <p:spPr>
          <a:xfrm rot="7757454">
            <a:off x="912344" y="2418461"/>
            <a:ext cx="928892" cy="714290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3E867-792B-4077-83D6-5949E2A046C9}"/>
              </a:ext>
            </a:extLst>
          </p:cNvPr>
          <p:cNvSpPr txBox="1"/>
          <p:nvPr/>
        </p:nvSpPr>
        <p:spPr>
          <a:xfrm>
            <a:off x="8273768" y="4583581"/>
            <a:ext cx="39031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100" dirty="0">
                <a:solidFill>
                  <a:schemeClr val="bg1"/>
                </a:solidFill>
                <a:latin typeface="Play" panose="020B0000000000000000" pitchFamily="34" charset="0"/>
              </a:rPr>
              <a:t>Половодов Семён</a:t>
            </a:r>
          </a:p>
          <a:p>
            <a:pPr algn="ctr"/>
            <a:r>
              <a:rPr lang="ru-RU" sz="2100" dirty="0" err="1">
                <a:solidFill>
                  <a:schemeClr val="bg1"/>
                </a:solidFill>
                <a:latin typeface="Play" panose="020B0000000000000000" pitchFamily="34" charset="0"/>
              </a:rPr>
              <a:t>Синилов</a:t>
            </a:r>
            <a:r>
              <a:rPr lang="ru-RU" sz="2100" dirty="0">
                <a:solidFill>
                  <a:schemeClr val="bg1"/>
                </a:solidFill>
                <a:latin typeface="Play" panose="020B0000000000000000" pitchFamily="34" charset="0"/>
              </a:rPr>
              <a:t> Георгий</a:t>
            </a:r>
          </a:p>
          <a:p>
            <a:pPr algn="ctr"/>
            <a:r>
              <a:rPr lang="ru-RU" sz="2100" dirty="0">
                <a:solidFill>
                  <a:schemeClr val="bg1"/>
                </a:solidFill>
                <a:latin typeface="Play" panose="020B0000000000000000" pitchFamily="34" charset="0"/>
              </a:rPr>
              <a:t>Хренов Данила</a:t>
            </a:r>
          </a:p>
          <a:p>
            <a:pPr algn="ctr"/>
            <a:r>
              <a:rPr lang="ru-RU" sz="2100" dirty="0" err="1">
                <a:solidFill>
                  <a:schemeClr val="bg1"/>
                </a:solidFill>
                <a:latin typeface="Play" panose="020B0000000000000000" pitchFamily="34" charset="0"/>
              </a:rPr>
              <a:t>Шеркунов</a:t>
            </a:r>
            <a:r>
              <a:rPr lang="ru-RU" sz="2100" dirty="0">
                <a:solidFill>
                  <a:schemeClr val="bg1"/>
                </a:solidFill>
                <a:latin typeface="Play" panose="020B0000000000000000" pitchFamily="34" charset="0"/>
              </a:rPr>
              <a:t> Егор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B6B3C-E457-4D73-BC81-E541D5026761}"/>
              </a:ext>
            </a:extLst>
          </p:cNvPr>
          <p:cNvSpPr txBox="1"/>
          <p:nvPr/>
        </p:nvSpPr>
        <p:spPr>
          <a:xfrm>
            <a:off x="4902326" y="3931790"/>
            <a:ext cx="2391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7030A0"/>
                </a:solidFill>
                <a:latin typeface="Play" panose="020B0000000000000000" pitchFamily="34" charset="0"/>
              </a:rPr>
              <a:t>Мобильное 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78284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65B68A8-BE84-4973-85FD-A38A9B5DA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0"/>
            <a:ext cx="12192000" cy="6855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3A6AA6-619B-4EF0-B641-A0C5B71F75CF}"/>
              </a:ext>
            </a:extLst>
          </p:cNvPr>
          <p:cNvSpPr txBox="1"/>
          <p:nvPr/>
        </p:nvSpPr>
        <p:spPr>
          <a:xfrm>
            <a:off x="511277" y="205302"/>
            <a:ext cx="8072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solidFill>
                  <a:schemeClr val="bg1"/>
                </a:solidFill>
                <a:latin typeface="Play" panose="020B0000000000000000" pitchFamily="34" charset="0"/>
              </a:rPr>
              <a:t>Идея проекта</a:t>
            </a:r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D7AA499E-12AF-4F3F-ABA3-C70EE95B7EE9}"/>
              </a:ext>
            </a:extLst>
          </p:cNvPr>
          <p:cNvSpPr/>
          <p:nvPr/>
        </p:nvSpPr>
        <p:spPr>
          <a:xfrm rot="5400000" flipH="1">
            <a:off x="2026751" y="-898121"/>
            <a:ext cx="588763" cy="4642266"/>
          </a:xfrm>
          <a:custGeom>
            <a:avLst/>
            <a:gdLst>
              <a:gd name="connsiteX0" fmla="*/ 588763 w 588763"/>
              <a:gd name="connsiteY0" fmla="*/ 191506 h 4642266"/>
              <a:gd name="connsiteX1" fmla="*/ 588763 w 588763"/>
              <a:gd name="connsiteY1" fmla="*/ 0 h 4642266"/>
              <a:gd name="connsiteX2" fmla="*/ 508287 w 588763"/>
              <a:gd name="connsiteY2" fmla="*/ 191506 h 4642266"/>
              <a:gd name="connsiteX3" fmla="*/ 508287 w 588763"/>
              <a:gd name="connsiteY3" fmla="*/ 3913188 h 4642266"/>
              <a:gd name="connsiteX4" fmla="*/ 0 w 588763"/>
              <a:gd name="connsiteY4" fmla="*/ 4642266 h 4642266"/>
              <a:gd name="connsiteX5" fmla="*/ 98101 w 588763"/>
              <a:gd name="connsiteY5" fmla="*/ 4642266 h 4642266"/>
              <a:gd name="connsiteX6" fmla="*/ 588057 w 588763"/>
              <a:gd name="connsiteY6" fmla="*/ 3939482 h 4642266"/>
              <a:gd name="connsiteX7" fmla="*/ 588762 w 588763"/>
              <a:gd name="connsiteY7" fmla="*/ 3939482 h 4642266"/>
              <a:gd name="connsiteX8" fmla="*/ 588762 w 588763"/>
              <a:gd name="connsiteY8" fmla="*/ 191506 h 464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8763" h="4642266">
                <a:moveTo>
                  <a:pt x="588763" y="191506"/>
                </a:moveTo>
                <a:lnTo>
                  <a:pt x="588763" y="0"/>
                </a:lnTo>
                <a:lnTo>
                  <a:pt x="508287" y="191506"/>
                </a:lnTo>
                <a:lnTo>
                  <a:pt x="508287" y="3913188"/>
                </a:lnTo>
                <a:lnTo>
                  <a:pt x="0" y="4642266"/>
                </a:lnTo>
                <a:lnTo>
                  <a:pt x="98101" y="4642266"/>
                </a:lnTo>
                <a:lnTo>
                  <a:pt x="588057" y="3939482"/>
                </a:lnTo>
                <a:lnTo>
                  <a:pt x="588762" y="3939482"/>
                </a:lnTo>
                <a:lnTo>
                  <a:pt x="588762" y="19150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91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670DBD5-770C-4383-9F54-5B86E86B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0277" y="0"/>
            <a:ext cx="9771446" cy="6858000"/>
          </a:xfrm>
          <a:custGeom>
            <a:avLst/>
            <a:gdLst>
              <a:gd name="connsiteX0" fmla="*/ 1422188 w 9771446"/>
              <a:gd name="connsiteY0" fmla="*/ 0 h 6858000"/>
              <a:gd name="connsiteX1" fmla="*/ 8349258 w 9771446"/>
              <a:gd name="connsiteY1" fmla="*/ 0 h 6858000"/>
              <a:gd name="connsiteX2" fmla="*/ 8502224 w 9771446"/>
              <a:gd name="connsiteY2" fmla="*/ 159673 h 6858000"/>
              <a:gd name="connsiteX3" fmla="*/ 9771446 w 9771446"/>
              <a:gd name="connsiteY3" fmla="*/ 3429001 h 6858000"/>
              <a:gd name="connsiteX4" fmla="*/ 8502224 w 9771446"/>
              <a:gd name="connsiteY4" fmla="*/ 6698330 h 6858000"/>
              <a:gd name="connsiteX5" fmla="*/ 8349260 w 9771446"/>
              <a:gd name="connsiteY5" fmla="*/ 6858000 h 6858000"/>
              <a:gd name="connsiteX6" fmla="*/ 1422186 w 9771446"/>
              <a:gd name="connsiteY6" fmla="*/ 6858000 h 6858000"/>
              <a:gd name="connsiteX7" fmla="*/ 1269223 w 9771446"/>
              <a:gd name="connsiteY7" fmla="*/ 6698330 h 6858000"/>
              <a:gd name="connsiteX8" fmla="*/ 0 w 9771446"/>
              <a:gd name="connsiteY8" fmla="*/ 3429001 h 6858000"/>
              <a:gd name="connsiteX9" fmla="*/ 1269223 w 9771446"/>
              <a:gd name="connsiteY9" fmla="*/ 159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71446" h="6858000">
                <a:moveTo>
                  <a:pt x="1422188" y="0"/>
                </a:moveTo>
                <a:lnTo>
                  <a:pt x="8349258" y="0"/>
                </a:lnTo>
                <a:lnTo>
                  <a:pt x="8502224" y="159673"/>
                </a:lnTo>
                <a:cubicBezTo>
                  <a:pt x="9290813" y="1023162"/>
                  <a:pt x="9771446" y="2170221"/>
                  <a:pt x="9771446" y="3429001"/>
                </a:cubicBezTo>
                <a:cubicBezTo>
                  <a:pt x="9771446" y="4687781"/>
                  <a:pt x="9290813" y="5834840"/>
                  <a:pt x="8502224" y="6698330"/>
                </a:cubicBezTo>
                <a:lnTo>
                  <a:pt x="8349260" y="6858000"/>
                </a:lnTo>
                <a:lnTo>
                  <a:pt x="1422186" y="6858000"/>
                </a:lnTo>
                <a:lnTo>
                  <a:pt x="1269223" y="6698330"/>
                </a:lnTo>
                <a:cubicBezTo>
                  <a:pt x="480633" y="5834840"/>
                  <a:pt x="0" y="4687781"/>
                  <a:pt x="0" y="3429001"/>
                </a:cubicBezTo>
                <a:cubicBezTo>
                  <a:pt x="0" y="2170221"/>
                  <a:pt x="480633" y="1023162"/>
                  <a:pt x="1269223" y="159673"/>
                </a:cubicBezTo>
                <a:close/>
              </a:path>
            </a:pathLst>
          </a:custGeom>
          <a:solidFill>
            <a:schemeClr val="bg1">
              <a:lumMod val="8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568024F-0DB6-4BF4-9F78-1D9CB282A2DC}"/>
              </a:ext>
            </a:extLst>
          </p:cNvPr>
          <p:cNvSpPr/>
          <p:nvPr/>
        </p:nvSpPr>
        <p:spPr>
          <a:xfrm>
            <a:off x="1102122" y="-1149153"/>
            <a:ext cx="8219768" cy="9156295"/>
          </a:xfrm>
          <a:prstGeom prst="ellipse">
            <a:avLst/>
          </a:prstGeom>
          <a:solidFill>
            <a:srgbClr val="D2D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7268EC8-1555-4123-B658-63258765F7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60"/>
          <a:stretch/>
        </p:blipFill>
        <p:spPr>
          <a:xfrm>
            <a:off x="4432397" y="0"/>
            <a:ext cx="9270806" cy="6857990"/>
          </a:xfrm>
          <a:custGeom>
            <a:avLst/>
            <a:gdLst>
              <a:gd name="connsiteX0" fmla="*/ 9230337 w 9270806"/>
              <a:gd name="connsiteY0" fmla="*/ 2822784 h 6857990"/>
              <a:gd name="connsiteX1" fmla="*/ 9246874 w 9270806"/>
              <a:gd name="connsiteY1" fmla="*/ 2953382 h 6857990"/>
              <a:gd name="connsiteX2" fmla="*/ 9270806 w 9270806"/>
              <a:gd name="connsiteY2" fmla="*/ 3428995 h 6857990"/>
              <a:gd name="connsiteX3" fmla="*/ 9246874 w 9270806"/>
              <a:gd name="connsiteY3" fmla="*/ 3904608 h 6857990"/>
              <a:gd name="connsiteX4" fmla="*/ 9230337 w 9270806"/>
              <a:gd name="connsiteY4" fmla="*/ 4035207 h 6857990"/>
              <a:gd name="connsiteX5" fmla="*/ 1503712 w 9270806"/>
              <a:gd name="connsiteY5" fmla="*/ 0 h 6857990"/>
              <a:gd name="connsiteX6" fmla="*/ 7767094 w 9270806"/>
              <a:gd name="connsiteY6" fmla="*/ 0 h 6857990"/>
              <a:gd name="connsiteX7" fmla="*/ 7863176 w 9270806"/>
              <a:gd name="connsiteY7" fmla="*/ 91928 h 6857990"/>
              <a:gd name="connsiteX8" fmla="*/ 7863176 w 9270806"/>
              <a:gd name="connsiteY8" fmla="*/ 6766062 h 6857990"/>
              <a:gd name="connsiteX9" fmla="*/ 7767094 w 9270806"/>
              <a:gd name="connsiteY9" fmla="*/ 6857990 h 6857990"/>
              <a:gd name="connsiteX10" fmla="*/ 1503712 w 9270806"/>
              <a:gd name="connsiteY10" fmla="*/ 6857990 h 6857990"/>
              <a:gd name="connsiteX11" fmla="*/ 1357679 w 9270806"/>
              <a:gd name="connsiteY11" fmla="*/ 6718269 h 6857990"/>
              <a:gd name="connsiteX12" fmla="*/ 0 w 9270806"/>
              <a:gd name="connsiteY12" fmla="*/ 3428995 h 6857990"/>
              <a:gd name="connsiteX13" fmla="*/ 1357679 w 9270806"/>
              <a:gd name="connsiteY13" fmla="*/ 139721 h 685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270806" h="6857990">
                <a:moveTo>
                  <a:pt x="9230337" y="2822784"/>
                </a:moveTo>
                <a:lnTo>
                  <a:pt x="9246874" y="2953382"/>
                </a:lnTo>
                <a:cubicBezTo>
                  <a:pt x="9262699" y="3109760"/>
                  <a:pt x="9270806" y="3268428"/>
                  <a:pt x="9270806" y="3428995"/>
                </a:cubicBezTo>
                <a:cubicBezTo>
                  <a:pt x="9270806" y="3589563"/>
                  <a:pt x="9262699" y="3748231"/>
                  <a:pt x="9246874" y="3904608"/>
                </a:cubicBezTo>
                <a:lnTo>
                  <a:pt x="9230337" y="4035207"/>
                </a:lnTo>
                <a:close/>
                <a:moveTo>
                  <a:pt x="1503712" y="0"/>
                </a:moveTo>
                <a:lnTo>
                  <a:pt x="7767094" y="0"/>
                </a:lnTo>
                <a:lnTo>
                  <a:pt x="7863176" y="91928"/>
                </a:lnTo>
                <a:lnTo>
                  <a:pt x="7863176" y="6766062"/>
                </a:lnTo>
                <a:lnTo>
                  <a:pt x="7767094" y="6857990"/>
                </a:lnTo>
                <a:lnTo>
                  <a:pt x="1503712" y="6857990"/>
                </a:lnTo>
                <a:lnTo>
                  <a:pt x="1357679" y="6718269"/>
                </a:lnTo>
                <a:cubicBezTo>
                  <a:pt x="518835" y="5876471"/>
                  <a:pt x="0" y="4713537"/>
                  <a:pt x="0" y="3428995"/>
                </a:cubicBezTo>
                <a:cubicBezTo>
                  <a:pt x="0" y="2144454"/>
                  <a:pt x="518835" y="981520"/>
                  <a:pt x="1357679" y="13972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14154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14</Words>
  <Application>Microsoft Office PowerPoint</Application>
  <PresentationFormat>Широкоэкранный</PresentationFormat>
  <Paragraphs>8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Play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Половодов Семён Александрович</dc:creator>
  <cp:lastModifiedBy>Половодов Семён Александрович</cp:lastModifiedBy>
  <cp:revision>12</cp:revision>
  <dcterms:created xsi:type="dcterms:W3CDTF">2021-06-08T14:13:16Z</dcterms:created>
  <dcterms:modified xsi:type="dcterms:W3CDTF">2021-06-08T16:13:25Z</dcterms:modified>
</cp:coreProperties>
</file>